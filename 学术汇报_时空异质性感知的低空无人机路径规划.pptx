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【10s】各位老师好，我汇报的题目是《时空异质性感知的低空无人机路径规划》。一句话概括：城市低空风险随时空剧烈变化，本研究回答'显式建模这种变化是否值得'。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背景三条：低空经济、风险强时空异质（人口潮汐+风场节律+建筑峡谷）、主流方法用时间平均静态图。然后抛出科学问题：静态图会不会让特定出发时刻付出安全代价？右侧图1直观展示风险驱动因子随时段变化——风险是一张随四维变化的场，而不是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【60s】方法只讲两个支柱。①风险是什么：四维风险张量，坠机概率用 Cox 比例危险率（风/雨/城市峡谷三个放大因子），总成本=坠机概率×后果+噪声；数据全部真实城市数据。②怎么搜：TD-RiskA* 在4D状态空间在线采样风险，用累计危险率保证数值稳定，标签设置机制处理时间-风险-成本的多目标权衡。右侧图2预告结果：不同风险模型选出不同路线。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【50s】证据链两环：实验一回答异质性存不存在（机制），实验二回答值不值得利用（方法收益）。实验二是核心：M1/M2/M3 三组公平对照，唯一自变量是风险项的时间口径；关键设计是统一后评估——所有路径都放回真实时空场按同一口径重算，保证完全可比。右下角强调判读原则：看风险下降，不看谁更短。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实验一结论：异质性真实存在且强。空间变异系数约0.45-0.49，时间相对极差中位32%。图3给出连续演化视角：(a)走廊风险沿全天96个时相演化；(b)人口双核昼夜相位交替；(c)风险的空间重分布；(d)垂直方向峰谷比2.1。注意这些统计量是尺度无关的，我们修正暴露口径后交叉验证一致，结论稳健。这回答了证据链第一环：显式建模时空维度不是锦上添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】一页说清楚两件事：①对出发时刻的响应很弱（极差0.41%）但高度自由度确实在用，本OD没有替代走廊；②解锁定高和定高锁的路径几乎重合（差10-28米），证明实验二的定高简化是合理的。如果时间紧，这页可跳过，把方法论意义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55s】核心结果。上图：左两张是存活率/危险率随出发时刻——ST曲线（红）在4个时刻全部低于Static（蓝）；右下L-H散点图上Static→ST箭头指向左下=更短且更安全。四个数字卡片：①风险下降4/4时刻成立；②长度反降3.59%；③最关键——path-change rate 0.187超过0.1阈值，证明是走廊级改道而非局部微调，路径决策确实被改变；④绝对存活率0.98可直接引用。注意解读原则：我们不说'更短'是卖点，卖点是同等或更短距离下更安全。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s】三条结论对应证据链两环：异质性存在、时空感知更安全、改道证据确凿。一句话总结：时间平均风险图掩盖时段性尖峰，显式建模时空异质性让无人机同样距离飞得更安全。展望两条重点：多OD多城市扩展普适性、真实气象接入。谢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【备用，不主动讲】口径严谨性和公平对照设计两块，加上五个预设答辩问题。评审问到口径/权重/普适性问题时翻到这页。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【备用，不主动讲】完整Table 1数据。评审要看细节数字时翻到这页。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0292"/>
          </a:xfrm>
          <a:prstGeom prst="rect">
            <a:avLst/>
          </a:prstGeom>
          <a:solidFill>
            <a:srgbClr val="E8B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时空异质性感知的低空无人机路径规划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Spatiotemporal Heterogeneity-Aware UAV Path Planning for Urban Low-Altitude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研究生科技论文报告会 · 2026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汇报人：×××          指导教师：×××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C9D6EA"/>
                </a:solidFill>
                <a:latin typeface="Microsoft YaHei"/>
              </a:rPr>
              <a:t>×××大学  ×××学院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Background &amp; 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900" b="1">
                <a:solidFill>
                  <a:srgbClr val="2E5C9A"/>
                </a:solidFill>
                <a:latin typeface="Microsoft YaHei"/>
              </a:rPr>
              <a:t>背景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城市低空经济兴起：物流配送、巡检等无人机密集运行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城市低空风险具有强时空异质性：</a:t>
            </a:r>
          </a:p>
          <a:p>
            <a:pPr algn="l" lvl="1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人口潮汐（昼/夜双核交替）、风场昼夜节律、建筑峡谷效应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主流做法：时间平均的静态风险图 + 传统路径规划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icrosoft YaHei"/>
              </a:rPr>
              <a:t>科学问题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只用时间平均的静态风险图，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会不会让特定出发时刻付出显著的安全代价？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▸ 若风险场实际是静态的 → 显式建模时空异质性毫无意义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▸ 若代价真实存在 → 需要时空感知的规划方法</a:t>
            </a:r>
          </a:p>
        </p:txBody>
      </p:sp>
      <p:pic>
        <p:nvPicPr>
          <p:cNvPr id="7" name="Picture 6" descr="fig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48840"/>
            <a:ext cx="4937760" cy="2314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5262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1  风险驱动因子：情景风场（上）与人口时空分布（下）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5C9A"/>
                </a:solidFill>
                <a:latin typeface="Microsoft YaHei"/>
              </a:rPr>
              <a:t>风险不是一张图，而是一个随 (x, y, z, t) 变化的场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方法：四维风险张量 + TD-RiskA*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风险建模：四维风险张量 Cost(x, y, z, 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P_crash = 1 − exp( −λ_base · Φ(x,y,z,t) · Δt )   (Cox 比例危险率)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Φ = f_wind · f_rain · f_obs（风/雨/城市峡谷放大）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Cost = P_crash ·(C_fatality + C_property) + C_noise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真实数据驱动：建筑高度/用地/POI/人口潮汐，100×100×12 网格，96 时相×15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5943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② 规划算法：TD-RiskA*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状态空间 4D (x, y, z, t)，沿飞行时间在线采样风险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累计危险率 H = −Σ ln(1−p)，P_surv = e^(−H)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标签设置：同格多标号非支配共存（t, H, J 三维支配剪枝）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目标函数（论文 Eq.10）：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   δJ = w_f·δC_f/Ω_f + w_p·δC_p/Ω_p + w_n·δC_n/Ω_n + w_d·d/d_max</a:t>
            </a:r>
          </a:p>
        </p:txBody>
      </p:sp>
      <p:pic>
        <p:nvPicPr>
          <p:cNvPr id="8" name="Picture 7" descr="fig1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481328"/>
            <a:ext cx="504998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2  同一 OD、四个出发时刻 × 三种风险模型的路径决策对比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实验设计：两环证据链 + 公平对照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实验一（机制）：异质性存在吗？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表征风险场的时空异质性：空间/时间变异系数、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走廊-时间演化、双核昼夜相位、垂直廓线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同一 OD，4 个出发时刻（08/12/18/22 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权重敏感性扫描（4 档）防「挑参数挑出效果」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实验二（核心）：异质性值得利用吗？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三组公平对照（同 OD/同权重/同搜索，仅风险时间口径不同）：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M1  Distance-only A*        J = 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M2  Static-Risk A*            J = L + λ·C̄(x,y,z)  时间平均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M3  Spatiotemporal A*     J = L + λ·C(x,y,z,t)  本文方法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12 次搜索（3 方法 × 4 时刻），全部路径在真实时空场上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统一后评估 → 指标完全可比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17320"/>
            <a:ext cx="4937760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数据与口径要点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真实城市数据（只读加载，保证可复现）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网格 100×100×12，96 时相 × 15 min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建筑硬约束（避障）三方法共用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暴露口径：按格穿越时间计（修正后）</a:t>
            </a:r>
          </a:p>
          <a:p>
            <a:pPr algn="l" lvl="1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绝对存活率可引用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统一后评估：无论谁规划的路径，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都放回真实时空场按同一口径重算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判读原则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主结果 = 风险下降 R_ST &lt; R_Static，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长度是代价项，不以「更短」为卖点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结果①：风险场显著时空异质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1: Spatiotemporal Heterogeneity Exists</a:t>
            </a:r>
          </a:p>
        </p:txBody>
      </p:sp>
      <p:pic>
        <p:nvPicPr>
          <p:cNvPr id="6" name="Picture 5" descr="fig5_heterogeneity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660293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463040"/>
            <a:ext cx="4343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量化证据（尺度无关量）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空间异质（各时相）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空间 CV = 0.45 ~ 0.49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时间异质（全 96 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时间 CV 中位 0.11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相对极差中位 0.32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演化证据（图 3）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(a) 走廊风险沿 96 时相连续演化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(b) 人口双核昼夜相位交替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(c) 12h−22h 风险空间重分布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(d) 垂直廓线峰谷比 2.14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→ 风险场不是一张静态图，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   显式建模时空维度是必要的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3  时空异质性存在性证明：走廊-时间热图 / 双核昼夜曲线 / 差值图 / 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</a:rPr>
              <a:t>注：绝对暴露口径已修正（按格穿越时间计）；CV/相对极差为尺度无关量，结论稳健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补充：路径响应与两实验交叉验证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Path Response &amp;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TD-RiskA* 对出发时刻的响应（解锁定高）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路径长度极差 28.8 m（0.41%）→ 同走廊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跨时刻最大平均偏离 17.6 m &lt; 格对角线 68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P_surv = 0.9836 ~ 0.9878（口径修正后可引用）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高度自由度被实际使用：z = 30~100 m，爬升 12~18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→ 本 OD 无替代走廊，响应主要体现在高度微调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两实验交叉验证（同 OD 对照）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Exp1 解锁定高：L = 6962.6 ~ 6991.5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Exp2 定高锁 ST：L = 6953.3 ~ 6981.5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两者仅差 10~28 m，P_surv 几乎一致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高度绕行收益小，水平走廊主导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Exp2 的定高锁简化未损失结论有效性</a:t>
            </a:r>
          </a:p>
        </p:txBody>
      </p:sp>
      <p:pic>
        <p:nvPicPr>
          <p:cNvPr id="8" name="Picture 7" descr="fig3b_path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94960" cy="17880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977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4  三维路径与高度剖面（4 个出发时刻）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5394960" cy="17830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方法论意义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异质性存在 ≠ 路径必然分化：是否存在替代走廊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取决于 OD 走廊几何。本文核心结论不依赖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「路线切换」，而依赖「时空口径降低实际风险」。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结果②：时空感知规划显著更安全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2: Spatiotemporal Planning Beats Static Risk Map</a:t>
            </a:r>
          </a:p>
        </p:txBody>
      </p:sp>
      <p:pic>
        <p:nvPicPr>
          <p:cNvPr id="6" name="Picture 5" descr="fig3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353312"/>
            <a:ext cx="8412480" cy="24997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8587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5  (a)(b) 存活率/危险率随出发时刻；(c) 长度-风险 trade-off（Static→ST 箭头即主结论）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R_ST &lt; R_Static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4 / 4 时刻成立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安全收益一致稳健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ΔL = −3.59%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ST 更短且更安全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长度代价为负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224528"/>
            <a:ext cx="2670048" cy="822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path-change rate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C0392B"/>
                </a:solidFill>
                <a:latin typeface="Microsoft YaHei"/>
              </a:rPr>
              <a:t>0.187 ≥ 0.10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走廊级改道直接证据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5712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P_surv ≈ 0.98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绝对值可引用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暴露口径已修正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核心证据：Static 用时间平均风险图选出次优走廊；时空感知方法在同等或更短距离下获得更低风险，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且 4/4 出发时刻均出现清晰的走廊级路线调整（偏离 33–50 m，改道率 0.187）→ 路径决策确实被改变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2000" b="1">
                <a:solidFill>
                  <a:srgbClr val="2E5C9A"/>
                </a:solidFill>
                <a:latin typeface="Microsoft YaHei"/>
              </a:rPr>
              <a:t>结论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1. 机制：城市低空风险场显著时空异质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（空间 CV≈0.45，时间相对极差≈0.32）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2. 方法：时空感知规划在 4/4 出发时刻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均取得更低风险，且长度代价为负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3. 证据：时间平均风险图导致次优走廊（多走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238~266 m）；时空口径引发走廊级改道（率 0.187）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一句话总结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时间平均的风险图会掩盖时段性风险尖峰；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显式建模时空异质性，能让无人机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在同样的距离预算下飞得更安全。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463040"/>
            <a:ext cx="4663440" cy="47548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1F3864"/>
                </a:solidFill>
                <a:latin typeface="Microsoft YaHei"/>
              </a:rPr>
              <a:t>展望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多 OD / 多城市扩展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现结论限定于当前走廊，普适性需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多样本验证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真实气象接入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降雨情景一键切换已就绪，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可接入实测降雨/风场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在线重规划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风险预报更新时的路径动态调整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消融实验（Exp3）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各风险组件贡献分解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备用页：口径修正与稳健性验证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Calibration &amp;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暴露口径修正（方法论严谨性）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P_crash 按格穿越时间计暴露（Cox：h=λ·Φ·dt）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修正旧口径「每格暴露 15 min」的高估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权重按暴露倍率同比重标定，保持风险-运营权衡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0392B"/>
                </a:solidFill>
                <a:latin typeface="Microsoft YaHei"/>
              </a:rPr>
              <a:t>▸ 修正前后：P_surv 0.06→0.98（绝对值现可引用）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交叉验证：尺度无关统计量（CV/相对极差）修正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前后完全一致 → 相对结论不受口径影响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公平对照设计（三重控制）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同 OD / 同权重 / 同搜索器，仅风险时间口径不同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统一后评估：全部路径在真实时空场上重算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Static 跨时刻路径恒等（实现正确性自检通过）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权重敏感性扫描（4 档）防「挑参数」质疑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983480" cy="5074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69164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1F3864"/>
                </a:solidFill>
                <a:latin typeface="Microsoft YaHei"/>
              </a:rPr>
              <a:t>预设答辩问题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Q1 为什么不用静态风险图？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A：会付出安全代价——多走 238~266 m 且风险更高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Q2 权重是挑出来的吗？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A：权重按暴露倍率机械重标定 + 敏感性扫描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Q3 只有一个 OD，结论普适吗？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A：结论限定该走廊；多 OD 扩展在展望中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Q4 绝对存活率可信吗？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A：暴露口径已修正可引用；方法间相对比较不受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  标定影响（同一后评估口径）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Q5 为什么 ST 路径不随时刻大改？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A：本 OD 无替代走廊；收益来自避开时段性尖峰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备用页：主结果完整数据（Table 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Full Results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7442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630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46304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长度 (m)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63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致死风险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财产风险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噪声风险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463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P_surv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14630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99339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1168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01168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01168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11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5.83e-5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1.453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01168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0116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0.01939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340864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5915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35915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3591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59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8.31e-6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5915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235915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688336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0662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70662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70662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6981.5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9.50e-6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270662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270662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0.01659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035808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305409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305409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305409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054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6.31e-5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0.824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05409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054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383280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40156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34015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340156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015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6.21e-6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8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9760" y="340156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44200" y="340156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3730752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374904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374904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374904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0" y="3749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7.33e-6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374904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44200" y="3749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0.01415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4078224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40965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409651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09651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4096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4.50e-5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9651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200" y="40965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4425696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444398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44439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44398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44439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6.44e-6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8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444398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444398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0.01244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1520" y="4773168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79145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479145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47914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7.50e-6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388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479145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4200" y="479145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0.01215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5120640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13892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51389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1389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0" y="51389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3.48e-5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388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09760" y="513892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0.9843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44200" y="51389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0.01578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46811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48640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548640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69080" y="548640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6.66e-6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48640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44200" y="54864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0.01347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1520" y="5815584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583387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00200" y="583387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69080" y="583387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0" y="58338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7.62e-6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388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09760" y="583387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44200" y="5833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0.01313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1520" y="6355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统一后评估口径（真实时空场重算）；红色行 = 本文方法；R_ST &lt; R_Static 4/4 时刻成立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